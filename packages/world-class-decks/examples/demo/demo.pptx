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81818"/>
                </a:solidFill>
                <a:latin typeface="Aptos"/>
              </a:rPr>
              <a:t>Fewer incidents. More impact.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0574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5A5A5A"/>
                </a:solidFill>
                <a:latin typeface="Aptos"/>
              </a:rPr>
              <a:t>The reliability problem moved from frequency to containment speed.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3108960"/>
            <a:ext cx="2057400" cy="82296"/>
          </a:xfrm>
          <a:prstGeom prst="rect">
            <a:avLst/>
          </a:prstGeom>
          <a:solidFill>
            <a:srgbClr val="B74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81818"/>
                </a:solidFill>
                <a:latin typeface="Aptos"/>
              </a:rPr>
              <a:t>Incident count fell 42% — but two long events erased the 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B74530"/>
                </a:solidFill>
                <a:latin typeface="Aptos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2194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5A5A5A"/>
                </a:solidFill>
                <a:latin typeface="Aptos"/>
              </a:rPr>
              <a:t>Sev-1 incidents
prior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8288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181818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651760"/>
            <a:ext cx="2194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5A5A5A"/>
                </a:solidFill>
                <a:latin typeface="Aptos"/>
              </a:rPr>
              <a:t>Sev-1 incidents
current quarter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B74530"/>
                </a:solidFill>
                <a:latin typeface="Aptos"/>
              </a:rPr>
              <a:t>+14%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651760"/>
            <a:ext cx="228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5A5A5A"/>
                </a:solidFill>
                <a:latin typeface="Aptos"/>
              </a:rPr>
              <a:t>customer-impact
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81818"/>
                </a:solidFill>
                <a:latin typeface="Aptos"/>
              </a:rPr>
              <a:t>Fund containment speed, not another incident-count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B74530"/>
                </a:solidFill>
                <a:latin typeface="Aptos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0">
                <a:solidFill>
                  <a:srgbClr val="181818"/>
                </a:solidFill>
                <a:latin typeface="Aptos"/>
              </a:rPr>
              <a:t>Prioritize automated diagnosis, blast-radius controls, and rehearsed rollback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1605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B74530"/>
                </a:solidFill>
                <a:latin typeface="Aptos"/>
              </a:rPr>
              <a:t>Success measure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66344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181818"/>
                </a:solidFill>
                <a:latin typeface="Aptos"/>
              </a:rPr>
              <a:t>Reduce median customer-impact minutes per Sev-1 by 35% next quarter.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World Class Decks contributors</dc:creator>
  <cp:keywords/>
  <dc:description>generated using python-pptx</dc:description>
  <cp:lastModifiedBy>World Class Decks contributors</cp:lastModifiedBy>
  <cp:revision>1</cp:revision>
  <dcterms:created xsi:type="dcterms:W3CDTF">2013-01-27T09:14:16Z</dcterms:created>
  <dcterms:modified xsi:type="dcterms:W3CDTF">2013-01-27T09:15:58Z</dcterms:modified>
  <cp:category/>
</cp:coreProperties>
</file>